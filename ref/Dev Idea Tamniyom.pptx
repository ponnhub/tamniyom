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63" r:id="rId4"/>
    <p:sldId id="264" r:id="rId5"/>
    <p:sldId id="257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02"/>
    <p:restoredTop sz="94558"/>
  </p:normalViewPr>
  <p:slideViewPr>
    <p:cSldViewPr snapToGrid="0" snapToObjects="1">
      <p:cViewPr varScale="1">
        <p:scale>
          <a:sx n="116" d="100"/>
          <a:sy n="116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3ECE5-D4F8-CA47-9221-F7EECDC73915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A0E5C-C7D3-2848-AA3D-F99975CE0B3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551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A0E5C-C7D3-2848-AA3D-F99975CE0B3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5900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A0E5C-C7D3-2848-AA3D-F99975CE0B3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5774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63DE-81B3-624B-B425-030C0277B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42309-FC3A-5F4B-AE0C-A84D3A9F7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E8451-CDF7-024B-B171-14C0140DE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6BFAC-0D4F-7F43-884C-E4715E7C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46AF1-723F-3C4A-A052-08736CBA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767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E976-B07D-414C-9CDC-0F7E23B4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BF3C8-88FD-C741-9C66-E9AF2C0FA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50257-7637-DC40-817F-778D9C10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282EF-BD1A-EC48-A20B-AD6A6028E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9D62C-D4EC-F145-8E3F-590BE72D1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21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78D9-EB58-C94C-9D44-68BA93E48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3C728-86CB-E44B-A41B-055BE1520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DAE71-BCA3-9E44-9B15-FF187DBF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8DE3B-B196-CE46-A95D-6340EC8AA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3ED0F-F3D8-4840-97E1-543ED8E5B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184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B61B-632A-F54F-8386-696C990E2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7C89F-C5E7-D34F-A63F-51A968924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63D50-8528-6C41-9390-EDC236425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0C390-910F-594D-9D2D-BF154F7AB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B6AFF-6296-5E47-B081-4D61F85B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43360-F395-A840-9BA6-993D5F88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15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0EA8-CC03-444C-BEE9-9DA5FE22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D8893-8B3E-5D43-85AC-938E42ED2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FA2C1-96C6-3E40-A162-7A49A3B1B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215BA-B134-034E-B269-53B17A9FE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67DCF-2C1A-D948-BA0E-914ED385E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96F57-2A83-B142-99C0-EFD8A082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B6325-AB3F-984C-B754-47F8C081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EC58D-2646-A449-944C-019BB049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83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F3A8-5ABF-3C48-8274-F7404DB7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B47CA0-5083-3A43-AE04-DBFFFD25E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2560C-D5F3-114F-817A-C5808DE1D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41668-862D-CC45-9E72-E9488560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514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C94E0-AD75-AE49-9625-AA83FF32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BE8FC-46DD-924F-988F-D2365A51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163CF-7EE4-E744-A9F0-FA1C7EFC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477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6D15-58B7-2549-980A-E09A701E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B34D4-18F3-0A4B-98AD-DDE87E79C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FC2ED-F7CC-3A41-BFC2-1F7FC0284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2745F-BFC0-2142-BE45-C6ED508C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DA040-2937-6C4E-A88B-90236DC5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4993E-C9DD-5D4C-9FEA-C0983CC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0162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6E9B-ED5A-4A47-B37B-F7F22695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E9742-8B90-C444-84DA-8EF1F2842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E5BA2-FC73-9D49-B57B-6A9E33386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38860-ECF2-B24E-A28F-23FEDD3B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042E9-CB43-5E4B-A7B7-BE07CF042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95F3C-07CD-CA40-8949-620466F5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257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B5F5-24D9-8549-BC76-9ECD623E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D6F94-2D54-4646-A3F1-249D45F68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6E442-85F1-E548-913F-231670729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39FEE-DFBD-104F-BBEF-B0CAF8D4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0038-91BB-7C42-A77F-6AE3985F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3544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F0CD8B-84B4-0D4F-9579-68E58F085A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19A9F-4EC4-3945-A1C4-13D480FF6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830A5-16B9-194F-A2A2-15784AAD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AB353-4E1F-354B-9E9C-9B3D87D35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5EB15-502F-6148-BBF6-9F202DE9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222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1D4CA-1E7C-3541-B7BB-A588F253C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C56C5-13DA-B648-ABBF-BC958100C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3F966-6FBE-5D44-AF8A-845079F5C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DB459-FF00-BD48-BB12-B7F5AD0CEB5F}" type="datetimeFigureOut">
              <a:rPr lang="de-DE" smtClean="0"/>
              <a:t>04.05.22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72A47-31D4-0546-A033-AAA731E0A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EF280-0346-0042-B582-3BF89852B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72692-4DF5-7F42-8EFA-2778B5BB87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001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1074-ACA4-1F49-92E3-DC3BBEE49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TAMNIYOM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A2C1B-A901-1E4D-8AB9-A635CDB27D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BOTNOI </a:t>
            </a:r>
            <a:r>
              <a:rPr lang="en-US" dirty="0" err="1"/>
              <a:t>Marahackathon</a:t>
            </a:r>
            <a:r>
              <a:rPr lang="en-US" dirty="0"/>
              <a:t> 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183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10B48C99-3791-5942-85E5-987DBDEB3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05" y="216964"/>
            <a:ext cx="11098190" cy="642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7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352DEE-F520-EB44-A386-10DE723B574D}"/>
              </a:ext>
            </a:extLst>
          </p:cNvPr>
          <p:cNvSpPr/>
          <p:nvPr/>
        </p:nvSpPr>
        <p:spPr>
          <a:xfrm>
            <a:off x="2143543" y="4146610"/>
            <a:ext cx="4026218" cy="1569745"/>
          </a:xfrm>
          <a:prstGeom prst="rect">
            <a:avLst/>
          </a:prstGeom>
          <a:noFill/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rgbClr val="00B0F0"/>
                </a:solidFill>
              </a:rPr>
              <a:t>RM2</a:t>
            </a:r>
            <a:endParaRPr lang="de-DE" sz="2400" dirty="0">
              <a:solidFill>
                <a:srgbClr val="00B0F0"/>
              </a:solidFill>
            </a:endParaRPr>
          </a:p>
        </p:txBody>
      </p:sp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10B48C99-3791-5942-85E5-987DBDEB3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91" y="87244"/>
            <a:ext cx="11575568" cy="67003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0039E7-EF57-C34A-B066-EEA02B6D8649}"/>
              </a:ext>
            </a:extLst>
          </p:cNvPr>
          <p:cNvSpPr txBox="1"/>
          <p:nvPr/>
        </p:nvSpPr>
        <p:spPr>
          <a:xfrm>
            <a:off x="3341591" y="357369"/>
            <a:ext cx="275440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productQuery</a:t>
            </a:r>
            <a:r>
              <a:rPr lang="en-US" dirty="0"/>
              <a:t> &lt;&lt;product&gt;&gt;</a:t>
            </a:r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584A84-4051-E643-A2B7-A1408E21B0BA}"/>
              </a:ext>
            </a:extLst>
          </p:cNvPr>
          <p:cNvSpPr txBox="1"/>
          <p:nvPr/>
        </p:nvSpPr>
        <p:spPr>
          <a:xfrm>
            <a:off x="2171720" y="2129953"/>
            <a:ext cx="3924279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D:addToCart</a:t>
            </a:r>
            <a:r>
              <a:rPr lang="en-US" dirty="0"/>
              <a:t> &lt;&lt;product&gt;&gt;: &lt;&lt;number&gt;&gt;</a:t>
            </a: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5ACC8-8F2B-194D-80E0-5E384A8EE0B2}"/>
              </a:ext>
            </a:extLst>
          </p:cNvPr>
          <p:cNvSpPr txBox="1"/>
          <p:nvPr/>
        </p:nvSpPr>
        <p:spPr>
          <a:xfrm>
            <a:off x="3486567" y="800515"/>
            <a:ext cx="2609432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viewProduct</a:t>
            </a:r>
            <a:r>
              <a:rPr lang="en-US" dirty="0"/>
              <a:t> &lt;&lt;product&gt;&gt;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B28A-750B-CF41-8C3E-028EAD8E14E2}"/>
              </a:ext>
            </a:extLst>
          </p:cNvPr>
          <p:cNvSpPr txBox="1"/>
          <p:nvPr/>
        </p:nvSpPr>
        <p:spPr>
          <a:xfrm>
            <a:off x="3223483" y="2573099"/>
            <a:ext cx="2872517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D:remove</a:t>
            </a:r>
            <a:r>
              <a:rPr lang="en-US" dirty="0"/>
              <a:t> &lt;&lt;product&gt;&gt;: QRP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8A233-4606-6043-8D28-33652342187D}"/>
              </a:ext>
            </a:extLst>
          </p:cNvPr>
          <p:cNvSpPr txBox="1"/>
          <p:nvPr/>
        </p:nvSpPr>
        <p:spPr>
          <a:xfrm>
            <a:off x="4198748" y="3016245"/>
            <a:ext cx="1897251" cy="369332"/>
          </a:xfrm>
          <a:prstGeom prst="rect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D:emptyCart</a:t>
            </a:r>
            <a:r>
              <a:rPr lang="en-US" dirty="0"/>
              <a:t>: QRP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EAC61-ED21-AA42-818C-9FDC6D416426}"/>
              </a:ext>
            </a:extLst>
          </p:cNvPr>
          <p:cNvSpPr txBox="1"/>
          <p:nvPr/>
        </p:nvSpPr>
        <p:spPr>
          <a:xfrm>
            <a:off x="3351208" y="1243661"/>
            <a:ext cx="2744790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D:repeatLastPurchase</a:t>
            </a:r>
            <a:r>
              <a:rPr lang="en-US" dirty="0"/>
              <a:t>: QRP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E9F85-332A-4047-A7C1-57EE32742527}"/>
              </a:ext>
            </a:extLst>
          </p:cNvPr>
          <p:cNvSpPr txBox="1"/>
          <p:nvPr/>
        </p:nvSpPr>
        <p:spPr>
          <a:xfrm>
            <a:off x="5083735" y="1686807"/>
            <a:ext cx="1012265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viewCart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A35C1D-FB38-0C45-8160-DF1CD3A7CE6E}"/>
              </a:ext>
            </a:extLst>
          </p:cNvPr>
          <p:cNvSpPr txBox="1"/>
          <p:nvPr/>
        </p:nvSpPr>
        <p:spPr>
          <a:xfrm>
            <a:off x="-8701531" y="2688930"/>
            <a:ext cx="4026218" cy="3243934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r"/>
            <a:r>
              <a:rPr lang="en-US" dirty="0" err="1"/>
              <a:t>D:claimRequest</a:t>
            </a:r>
            <a:endParaRPr lang="de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8784C7-054B-B241-9034-96EA670C2DA3}"/>
              </a:ext>
            </a:extLst>
          </p:cNvPr>
          <p:cNvSpPr txBox="1"/>
          <p:nvPr/>
        </p:nvSpPr>
        <p:spPr>
          <a:xfrm>
            <a:off x="-6486411" y="3071053"/>
            <a:ext cx="1811098" cy="54384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r"/>
            <a:r>
              <a:rPr lang="en-US" dirty="0" err="1"/>
              <a:t>viewOrders</a:t>
            </a:r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13F8CF-FC2C-8A4D-ACC8-E37C0765BAEB}"/>
              </a:ext>
            </a:extLst>
          </p:cNvPr>
          <p:cNvSpPr txBox="1"/>
          <p:nvPr/>
        </p:nvSpPr>
        <p:spPr>
          <a:xfrm>
            <a:off x="-6831313" y="3417080"/>
            <a:ext cx="2155999" cy="54384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dirty="0" err="1"/>
              <a:t>D:selectItems</a:t>
            </a:r>
            <a:endParaRPr lang="de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C31303-47A5-9041-B3CA-886886E3CD17}"/>
              </a:ext>
            </a:extLst>
          </p:cNvPr>
          <p:cNvSpPr txBox="1"/>
          <p:nvPr/>
        </p:nvSpPr>
        <p:spPr>
          <a:xfrm>
            <a:off x="-8701535" y="1518019"/>
            <a:ext cx="4026222" cy="197300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dirty="0" err="1"/>
              <a:t>D:trackOrder</a:t>
            </a:r>
            <a:r>
              <a:rPr lang="en-US" dirty="0"/>
              <a:t>:</a:t>
            </a:r>
            <a:endParaRPr lang="de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C92067-373C-A142-8423-7F422E7E8D2C}"/>
              </a:ext>
            </a:extLst>
          </p:cNvPr>
          <p:cNvSpPr txBox="1"/>
          <p:nvPr/>
        </p:nvSpPr>
        <p:spPr>
          <a:xfrm>
            <a:off x="-6486411" y="1867634"/>
            <a:ext cx="1811098" cy="54384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dirty="0" err="1"/>
              <a:t>viewOrders</a:t>
            </a:r>
            <a:endParaRPr lang="de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BE7607-E4BF-4045-B965-E49F54B689F8}"/>
              </a:ext>
            </a:extLst>
          </p:cNvPr>
          <p:cNvSpPr txBox="1"/>
          <p:nvPr/>
        </p:nvSpPr>
        <p:spPr>
          <a:xfrm>
            <a:off x="-8701529" y="2232181"/>
            <a:ext cx="4026216" cy="54384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dirty="0" err="1"/>
              <a:t>trackingResult</a:t>
            </a:r>
            <a:r>
              <a:rPr lang="en-US" dirty="0"/>
              <a:t>: </a:t>
            </a:r>
            <a:r>
              <a:rPr lang="en-US" dirty="0" err="1"/>
              <a:t>eTracking</a:t>
            </a:r>
            <a:r>
              <a:rPr lang="en-US" dirty="0"/>
              <a:t> API</a:t>
            </a:r>
            <a:endParaRPr lang="de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32E625-8F0E-2543-A641-4EFC175C81B7}"/>
              </a:ext>
            </a:extLst>
          </p:cNvPr>
          <p:cNvSpPr txBox="1"/>
          <p:nvPr/>
        </p:nvSpPr>
        <p:spPr>
          <a:xfrm>
            <a:off x="4196055" y="3459391"/>
            <a:ext cx="1899944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D:sendOrder</a:t>
            </a:r>
            <a:r>
              <a:rPr lang="en-US" dirty="0"/>
              <a:t>: QRP</a:t>
            </a:r>
            <a:endParaRPr lang="de-D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D34FD0-B723-0D4E-9701-D88F66B9DB35}"/>
              </a:ext>
            </a:extLst>
          </p:cNvPr>
          <p:cNvSpPr txBox="1"/>
          <p:nvPr/>
        </p:nvSpPr>
        <p:spPr>
          <a:xfrm>
            <a:off x="4164893" y="4727202"/>
            <a:ext cx="1931105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checkOrdersStatus</a:t>
            </a:r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8726DB-B737-9948-ACFA-5470B38AB4CC}"/>
              </a:ext>
            </a:extLst>
          </p:cNvPr>
          <p:cNvSpPr txBox="1"/>
          <p:nvPr/>
        </p:nvSpPr>
        <p:spPr>
          <a:xfrm>
            <a:off x="-7411326" y="3791231"/>
            <a:ext cx="2736012" cy="54384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dirty="0" err="1"/>
              <a:t>D:sendClaim</a:t>
            </a:r>
            <a:r>
              <a:rPr lang="en-US" dirty="0"/>
              <a:t>: QRP</a:t>
            </a:r>
            <a:endParaRPr lang="de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BA055A-6531-B94D-B930-C47FC876191B}"/>
              </a:ext>
            </a:extLst>
          </p:cNvPr>
          <p:cNvSpPr txBox="1"/>
          <p:nvPr/>
        </p:nvSpPr>
        <p:spPr>
          <a:xfrm>
            <a:off x="-7576490" y="4146611"/>
            <a:ext cx="2901176" cy="54384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dirty="0" err="1"/>
              <a:t>checkClaimStatus</a:t>
            </a:r>
            <a:endParaRPr lang="de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9169D4-6E4D-454C-B88D-A5A3E436B5EE}"/>
              </a:ext>
            </a:extLst>
          </p:cNvPr>
          <p:cNvSpPr txBox="1"/>
          <p:nvPr/>
        </p:nvSpPr>
        <p:spPr>
          <a:xfrm>
            <a:off x="3019707" y="4284056"/>
            <a:ext cx="3076291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D:cancelOrder</a:t>
            </a:r>
            <a:r>
              <a:rPr lang="en-US" dirty="0"/>
              <a:t> &lt;&lt;order&gt;&gt;: QRP</a:t>
            </a:r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4DEA7E-927D-6645-966B-07957742C4EF}"/>
              </a:ext>
            </a:extLst>
          </p:cNvPr>
          <p:cNvSpPr txBox="1"/>
          <p:nvPr/>
        </p:nvSpPr>
        <p:spPr>
          <a:xfrm>
            <a:off x="3644879" y="5170353"/>
            <a:ext cx="2451119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D:confirmPayment</a:t>
            </a:r>
            <a:r>
              <a:rPr lang="en-US" dirty="0"/>
              <a:t>: QRP</a:t>
            </a:r>
            <a:endParaRPr lang="de-DE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3A2F5B-D633-2147-8717-CE6A7CF88831}"/>
              </a:ext>
            </a:extLst>
          </p:cNvPr>
          <p:cNvSpPr/>
          <p:nvPr/>
        </p:nvSpPr>
        <p:spPr>
          <a:xfrm>
            <a:off x="2143544" y="301082"/>
            <a:ext cx="4026216" cy="3659847"/>
          </a:xfrm>
          <a:prstGeom prst="rect">
            <a:avLst/>
          </a:prstGeom>
          <a:noFill/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rgbClr val="002060"/>
                </a:solidFill>
              </a:rPr>
              <a:t>RM1, 1S</a:t>
            </a:r>
            <a:endParaRPr lang="de-DE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59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FA35C1D-FB38-0C45-8160-DF1CD3A7CE6E}"/>
              </a:ext>
            </a:extLst>
          </p:cNvPr>
          <p:cNvSpPr txBox="1"/>
          <p:nvPr/>
        </p:nvSpPr>
        <p:spPr>
          <a:xfrm>
            <a:off x="3034744" y="1956157"/>
            <a:ext cx="3168705" cy="2511766"/>
          </a:xfrm>
          <a:prstGeom prst="rect">
            <a:avLst/>
          </a:prstGeom>
          <a:gradFill>
            <a:gsLst>
              <a:gs pos="0">
                <a:schemeClr val="dk1">
                  <a:satMod val="103000"/>
                  <a:lumMod val="102000"/>
                  <a:tint val="94000"/>
                  <a:alpha val="55000"/>
                </a:schemeClr>
              </a:gs>
              <a:gs pos="50000">
                <a:schemeClr val="dk1">
                  <a:satMod val="110000"/>
                  <a:lumMod val="100000"/>
                  <a:shade val="100000"/>
                </a:schemeClr>
              </a:gs>
              <a:gs pos="100000">
                <a:schemeClr val="dk1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r"/>
            <a:r>
              <a:rPr lang="en-US" dirty="0" err="1"/>
              <a:t>D:claimRequest</a:t>
            </a:r>
            <a:endParaRPr lang="de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C31303-47A5-9041-B3CA-886886E3CD17}"/>
              </a:ext>
            </a:extLst>
          </p:cNvPr>
          <p:cNvSpPr txBox="1"/>
          <p:nvPr/>
        </p:nvSpPr>
        <p:spPr>
          <a:xfrm>
            <a:off x="3034747" y="357984"/>
            <a:ext cx="3168705" cy="1380094"/>
          </a:xfrm>
          <a:prstGeom prst="rect">
            <a:avLst/>
          </a:prstGeom>
          <a:gradFill>
            <a:gsLst>
              <a:gs pos="0">
                <a:schemeClr val="accent5">
                  <a:satMod val="103000"/>
                  <a:lumMod val="102000"/>
                  <a:tint val="94000"/>
                  <a:alpha val="73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dirty="0" err="1"/>
              <a:t>D:trackOrder</a:t>
            </a:r>
            <a:r>
              <a:rPr lang="en-US" dirty="0"/>
              <a:t>:</a:t>
            </a:r>
            <a:endParaRPr lang="de-D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352DEE-F520-EB44-A386-10DE723B574D}"/>
              </a:ext>
            </a:extLst>
          </p:cNvPr>
          <p:cNvSpPr/>
          <p:nvPr/>
        </p:nvSpPr>
        <p:spPr>
          <a:xfrm>
            <a:off x="2252869" y="301083"/>
            <a:ext cx="4041961" cy="4270918"/>
          </a:xfrm>
          <a:prstGeom prst="rect">
            <a:avLst/>
          </a:prstGeom>
          <a:noFill/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rgbClr val="002060"/>
                </a:solidFill>
              </a:rPr>
              <a:t>RM1</a:t>
            </a:r>
            <a:endParaRPr lang="de-DE" sz="2400" dirty="0">
              <a:solidFill>
                <a:srgbClr val="002060"/>
              </a:solidFill>
            </a:endParaRPr>
          </a:p>
        </p:txBody>
      </p:sp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10B48C99-3791-5942-85E5-987DBDEB3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91" y="87244"/>
            <a:ext cx="11575568" cy="67003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8784C7-054B-B241-9034-96EA670C2DA3}"/>
              </a:ext>
            </a:extLst>
          </p:cNvPr>
          <p:cNvSpPr txBox="1"/>
          <p:nvPr/>
        </p:nvSpPr>
        <p:spPr>
          <a:xfrm>
            <a:off x="4876072" y="2389922"/>
            <a:ext cx="1253613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US" dirty="0" err="1"/>
              <a:t>viewOrders</a:t>
            </a:r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13F8CF-FC2C-8A4D-ACC8-E37C0765BAEB}"/>
              </a:ext>
            </a:extLst>
          </p:cNvPr>
          <p:cNvSpPr txBox="1"/>
          <p:nvPr/>
        </p:nvSpPr>
        <p:spPr>
          <a:xfrm>
            <a:off x="4155362" y="2918943"/>
            <a:ext cx="1974323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dirty="0" err="1"/>
              <a:t>D:selectItems</a:t>
            </a:r>
            <a:r>
              <a:rPr lang="en-US" dirty="0"/>
              <a:t>: QRP</a:t>
            </a:r>
            <a:endParaRPr lang="de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C92067-373C-A142-8423-7F422E7E8D2C}"/>
              </a:ext>
            </a:extLst>
          </p:cNvPr>
          <p:cNvSpPr txBox="1"/>
          <p:nvPr/>
        </p:nvSpPr>
        <p:spPr>
          <a:xfrm>
            <a:off x="4876072" y="744092"/>
            <a:ext cx="1253613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r>
              <a:rPr lang="en-US" dirty="0" err="1"/>
              <a:t>viewOrders</a:t>
            </a:r>
            <a:endParaRPr lang="de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BE7607-E4BF-4045-B965-E49F54B689F8}"/>
              </a:ext>
            </a:extLst>
          </p:cNvPr>
          <p:cNvSpPr txBox="1"/>
          <p:nvPr/>
        </p:nvSpPr>
        <p:spPr>
          <a:xfrm>
            <a:off x="3255758" y="1244785"/>
            <a:ext cx="2873927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dirty="0" err="1"/>
              <a:t>trackingResult</a:t>
            </a:r>
            <a:r>
              <a:rPr lang="en-US" dirty="0"/>
              <a:t>: </a:t>
            </a:r>
            <a:r>
              <a:rPr lang="en-US" dirty="0" err="1"/>
              <a:t>eTracking</a:t>
            </a:r>
            <a:r>
              <a:rPr lang="en-US" dirty="0"/>
              <a:t> API</a:t>
            </a:r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8726DB-B737-9948-ACFA-5470B38AB4CC}"/>
              </a:ext>
            </a:extLst>
          </p:cNvPr>
          <p:cNvSpPr txBox="1"/>
          <p:nvPr/>
        </p:nvSpPr>
        <p:spPr>
          <a:xfrm>
            <a:off x="4252248" y="3447964"/>
            <a:ext cx="1877437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dirty="0" err="1"/>
              <a:t>D:sendClaim</a:t>
            </a:r>
            <a:r>
              <a:rPr lang="en-US" dirty="0"/>
              <a:t>: QRP</a:t>
            </a:r>
            <a:endParaRPr lang="de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BA055A-6531-B94D-B930-C47FC876191B}"/>
              </a:ext>
            </a:extLst>
          </p:cNvPr>
          <p:cNvSpPr txBox="1"/>
          <p:nvPr/>
        </p:nvSpPr>
        <p:spPr>
          <a:xfrm>
            <a:off x="4306878" y="3976985"/>
            <a:ext cx="1822807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dirty="0" err="1"/>
              <a:t>checkClaimStatus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767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รูปแบบริชเมนู (rich menu type line oa)">
            <a:extLst>
              <a:ext uri="{FF2B5EF4-FFF2-40B4-BE49-F238E27FC236}">
                <a16:creationId xmlns:a16="http://schemas.microsoft.com/office/drawing/2014/main" id="{3F304B0F-2836-6741-82DF-D47B9A478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42587" y="980663"/>
            <a:ext cx="7509333" cy="506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5C803-7E2A-244A-9F7F-C271304F8072}"/>
              </a:ext>
            </a:extLst>
          </p:cNvPr>
          <p:cNvSpPr txBox="1"/>
          <p:nvPr/>
        </p:nvSpPr>
        <p:spPr>
          <a:xfrm>
            <a:off x="4419544" y="306798"/>
            <a:ext cx="335291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TH"/>
            </a:defPPr>
            <a:lvl1pPr algn="ctr">
              <a:defRPr sz="2800">
                <a:latin typeface="Cordia New" panose="020B0304020202020204" pitchFamily="34" charset="-34"/>
              </a:defRPr>
            </a:lvl1pPr>
          </a:lstStyle>
          <a:p>
            <a:r>
              <a:rPr lang="en-US" dirty="0"/>
              <a:t>Main Menu  </a:t>
            </a:r>
            <a:r>
              <a:rPr lang="th-TH" dirty="0"/>
              <a:t>ลูกค้าทั่วไป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76CF85-ABAC-1D41-AA5B-E64C61045A0D}"/>
              </a:ext>
            </a:extLst>
          </p:cNvPr>
          <p:cNvSpPr txBox="1"/>
          <p:nvPr/>
        </p:nvSpPr>
        <p:spPr>
          <a:xfrm>
            <a:off x="7412765" y="4045597"/>
            <a:ext cx="2340000" cy="1440000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th-TH" sz="4000" dirty="0"/>
              <a:t>ติดตามพัสดุ</a:t>
            </a:r>
            <a:endParaRPr lang="de-DE" sz="4000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4FAD6D3E-4F5D-1644-9FD5-6DB9BB3DBF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3217" y="3653858"/>
            <a:ext cx="2229423" cy="2223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A7395D-5792-FD41-8C6C-29B81DDFD285}"/>
              </a:ext>
            </a:extLst>
          </p:cNvPr>
          <p:cNvSpPr txBox="1"/>
          <p:nvPr/>
        </p:nvSpPr>
        <p:spPr>
          <a:xfrm>
            <a:off x="2406144" y="1624973"/>
            <a:ext cx="2340000" cy="1440000"/>
          </a:xfrm>
          <a:prstGeom prst="flowChartAlternate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th-TH" sz="4000" dirty="0"/>
              <a:t>แค</a:t>
            </a:r>
            <a:r>
              <a:rPr lang="th-TH" sz="4000" dirty="0" err="1"/>
              <a:t>ต</a:t>
            </a:r>
            <a:r>
              <a:rPr lang="th-TH" sz="4000" dirty="0"/>
              <a:t>ตาล็อคสินค้า</a:t>
            </a:r>
            <a:endParaRPr lang="de-DE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09DB6B-6C11-DF40-AE08-57F0FA046FA6}"/>
              </a:ext>
            </a:extLst>
          </p:cNvPr>
          <p:cNvSpPr txBox="1"/>
          <p:nvPr/>
        </p:nvSpPr>
        <p:spPr>
          <a:xfrm>
            <a:off x="7412765" y="1624973"/>
            <a:ext cx="2340000" cy="1440000"/>
          </a:xfrm>
          <a:prstGeom prst="flowChartAlternateProces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TH"/>
            </a:defPPr>
            <a:lvl1pPr algn="ctr">
              <a:defRPr sz="4000"/>
            </a:lvl1pPr>
          </a:lstStyle>
          <a:p>
            <a:r>
              <a:rPr lang="th-TH" dirty="0"/>
              <a:t>ดูคำสั่งซื้อ</a:t>
            </a:r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466DDE-2969-FE4C-8B42-FF9FC5EAC950}"/>
              </a:ext>
            </a:extLst>
          </p:cNvPr>
          <p:cNvSpPr txBox="1"/>
          <p:nvPr/>
        </p:nvSpPr>
        <p:spPr>
          <a:xfrm>
            <a:off x="4909454" y="4045597"/>
            <a:ext cx="2340000" cy="1440000"/>
          </a:xfrm>
          <a:prstGeom prst="flowChartAlternate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4000" dirty="0" err="1"/>
              <a:t>แ</a:t>
            </a:r>
            <a:r>
              <a:rPr lang="th-TH" sz="4000" dirty="0" err="1"/>
              <a:t>จ้ง</a:t>
            </a:r>
            <a:r>
              <a:rPr lang="th-TH" sz="4000" dirty="0"/>
              <a:t>ส่งซ่อม</a:t>
            </a:r>
            <a:endParaRPr lang="de-DE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FFDA99-7973-CB44-8E4A-E11BF1ADD660}"/>
              </a:ext>
            </a:extLst>
          </p:cNvPr>
          <p:cNvSpPr txBox="1"/>
          <p:nvPr/>
        </p:nvSpPr>
        <p:spPr>
          <a:xfrm>
            <a:off x="4909454" y="1629246"/>
            <a:ext cx="2340000" cy="1440000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th-TH" sz="4000" dirty="0"/>
              <a:t>ดูตะกร้า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1138347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รูปแบบริชเมนู (rich menu type line oa)">
            <a:extLst>
              <a:ext uri="{FF2B5EF4-FFF2-40B4-BE49-F238E27FC236}">
                <a16:creationId xmlns:a16="http://schemas.microsoft.com/office/drawing/2014/main" id="{3F304B0F-2836-6741-82DF-D47B9A478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42587" y="980664"/>
            <a:ext cx="7506825" cy="506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E32AB37-6A29-A14A-B7CE-2821069B63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3217" y="3653858"/>
            <a:ext cx="2229423" cy="2223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5C803-7E2A-244A-9F7F-C271304F8072}"/>
              </a:ext>
            </a:extLst>
          </p:cNvPr>
          <p:cNvSpPr txBox="1"/>
          <p:nvPr/>
        </p:nvSpPr>
        <p:spPr>
          <a:xfrm>
            <a:off x="3961311" y="306798"/>
            <a:ext cx="4363012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ordia New" panose="020B0304020202020204" pitchFamily="34" charset="-34"/>
              </a:rPr>
              <a:t>Main Menu </a:t>
            </a:r>
            <a:r>
              <a:rPr lang="th-TH" sz="2800" dirty="0">
                <a:latin typeface="Cordia New" panose="020B0304020202020204" pitchFamily="34" charset="-34"/>
              </a:rPr>
              <a:t>ลูกค้ายกระดับสิทธิ์</a:t>
            </a:r>
            <a:endParaRPr lang="de-DE" sz="2800" dirty="0">
              <a:latin typeface="Cordia New" panose="020B0304020202020204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20652D-B0A1-294F-BBC0-FD6CE14E96D6}"/>
              </a:ext>
            </a:extLst>
          </p:cNvPr>
          <p:cNvSpPr txBox="1"/>
          <p:nvPr/>
        </p:nvSpPr>
        <p:spPr>
          <a:xfrm>
            <a:off x="7412765" y="4045597"/>
            <a:ext cx="2340000" cy="1440000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th-TH" sz="4000" dirty="0"/>
              <a:t>ติดตามพัสดุ</a:t>
            </a:r>
            <a:endParaRPr lang="de-DE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F45929-C598-2240-9B09-2A77152E53E9}"/>
              </a:ext>
            </a:extLst>
          </p:cNvPr>
          <p:cNvSpPr txBox="1"/>
          <p:nvPr/>
        </p:nvSpPr>
        <p:spPr>
          <a:xfrm>
            <a:off x="2406144" y="1624973"/>
            <a:ext cx="2340000" cy="1440000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th-TH" sz="4000" dirty="0"/>
              <a:t>แค</a:t>
            </a:r>
            <a:r>
              <a:rPr lang="th-TH" sz="4000" dirty="0" err="1"/>
              <a:t>ต</a:t>
            </a:r>
            <a:r>
              <a:rPr lang="th-TH" sz="4000" dirty="0"/>
              <a:t>ตาล็อคสินค้า</a:t>
            </a:r>
            <a:endParaRPr lang="de-DE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161A6C-745A-374F-8233-81BADD8840CD}"/>
              </a:ext>
            </a:extLst>
          </p:cNvPr>
          <p:cNvSpPr txBox="1"/>
          <p:nvPr/>
        </p:nvSpPr>
        <p:spPr>
          <a:xfrm>
            <a:off x="4909454" y="4045597"/>
            <a:ext cx="2340000" cy="1440000"/>
          </a:xfrm>
          <a:prstGeom prst="flowChartAlternate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4000" dirty="0" err="1"/>
              <a:t>แ</a:t>
            </a:r>
            <a:r>
              <a:rPr lang="th-TH" sz="4000" dirty="0" err="1"/>
              <a:t>จ้ง</a:t>
            </a:r>
            <a:r>
              <a:rPr lang="th-TH" sz="4000" dirty="0"/>
              <a:t>ส่งซ่อม</a:t>
            </a:r>
            <a:endParaRPr lang="de-DE" sz="4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A4F705-7E9D-3E47-8336-39EE8BF9334F}"/>
              </a:ext>
            </a:extLst>
          </p:cNvPr>
          <p:cNvSpPr txBox="1"/>
          <p:nvPr/>
        </p:nvSpPr>
        <p:spPr>
          <a:xfrm>
            <a:off x="7412765" y="1624973"/>
            <a:ext cx="2340000" cy="1440000"/>
          </a:xfrm>
          <a:prstGeom prst="flowChartAlternateProces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TH"/>
            </a:defPPr>
            <a:lvl1pPr algn="ctr">
              <a:defRPr sz="4000"/>
            </a:lvl1pPr>
          </a:lstStyle>
          <a:p>
            <a:r>
              <a:rPr lang="th-TH" dirty="0"/>
              <a:t>ดูคำสั่งซื้อ</a:t>
            </a:r>
            <a:endParaRPr lang="de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95BD1F-47CD-D148-A8ED-9D727402D800}"/>
              </a:ext>
            </a:extLst>
          </p:cNvPr>
          <p:cNvSpPr txBox="1"/>
          <p:nvPr/>
        </p:nvSpPr>
        <p:spPr>
          <a:xfrm>
            <a:off x="4909454" y="1629246"/>
            <a:ext cx="2340000" cy="1440000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th-TH" sz="4000" dirty="0"/>
              <a:t>ดูตะกร้า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1606355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รูปแบบริชเมนู (rich menu type line oa)">
            <a:extLst>
              <a:ext uri="{FF2B5EF4-FFF2-40B4-BE49-F238E27FC236}">
                <a16:creationId xmlns:a16="http://schemas.microsoft.com/office/drawing/2014/main" id="{3F304B0F-2836-6741-82DF-D47B9A478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42587" y="980664"/>
            <a:ext cx="7506825" cy="506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E32AB37-6A29-A14A-B7CE-2821069B63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2587" y="5169931"/>
            <a:ext cx="880187" cy="877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5C803-7E2A-244A-9F7F-C271304F8072}"/>
              </a:ext>
            </a:extLst>
          </p:cNvPr>
          <p:cNvSpPr txBox="1"/>
          <p:nvPr/>
        </p:nvSpPr>
        <p:spPr>
          <a:xfrm>
            <a:off x="4419544" y="306798"/>
            <a:ext cx="335291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Catalog/ Submenu1</a:t>
            </a:r>
            <a:endParaRPr lang="de-DE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28C8F-4114-614F-8B4A-D689218CF922}"/>
              </a:ext>
            </a:extLst>
          </p:cNvPr>
          <p:cNvSpPr txBox="1"/>
          <p:nvPr/>
        </p:nvSpPr>
        <p:spPr>
          <a:xfrm>
            <a:off x="3020786" y="1470078"/>
            <a:ext cx="6335485" cy="4130621"/>
          </a:xfrm>
          <a:custGeom>
            <a:avLst/>
            <a:gdLst>
              <a:gd name="connsiteX0" fmla="*/ 0 w 6335485"/>
              <a:gd name="connsiteY0" fmla="*/ 0 h 4130621"/>
              <a:gd name="connsiteX1" fmla="*/ 512598 w 6335485"/>
              <a:gd name="connsiteY1" fmla="*/ 0 h 4130621"/>
              <a:gd name="connsiteX2" fmla="*/ 898487 w 6335485"/>
              <a:gd name="connsiteY2" fmla="*/ 0 h 4130621"/>
              <a:gd name="connsiteX3" fmla="*/ 1601150 w 6335485"/>
              <a:gd name="connsiteY3" fmla="*/ 0 h 4130621"/>
              <a:gd name="connsiteX4" fmla="*/ 2113748 w 6335485"/>
              <a:gd name="connsiteY4" fmla="*/ 0 h 4130621"/>
              <a:gd name="connsiteX5" fmla="*/ 2626347 w 6335485"/>
              <a:gd name="connsiteY5" fmla="*/ 0 h 4130621"/>
              <a:gd name="connsiteX6" fmla="*/ 3329009 w 6335485"/>
              <a:gd name="connsiteY6" fmla="*/ 0 h 4130621"/>
              <a:gd name="connsiteX7" fmla="*/ 3778253 w 6335485"/>
              <a:gd name="connsiteY7" fmla="*/ 0 h 4130621"/>
              <a:gd name="connsiteX8" fmla="*/ 4480916 w 6335485"/>
              <a:gd name="connsiteY8" fmla="*/ 0 h 4130621"/>
              <a:gd name="connsiteX9" fmla="*/ 5183579 w 6335485"/>
              <a:gd name="connsiteY9" fmla="*/ 0 h 4130621"/>
              <a:gd name="connsiteX10" fmla="*/ 5759532 w 6335485"/>
              <a:gd name="connsiteY10" fmla="*/ 0 h 4130621"/>
              <a:gd name="connsiteX11" fmla="*/ 6335485 w 6335485"/>
              <a:gd name="connsiteY11" fmla="*/ 0 h 4130621"/>
              <a:gd name="connsiteX12" fmla="*/ 6335485 w 6335485"/>
              <a:gd name="connsiteY12" fmla="*/ 548783 h 4130621"/>
              <a:gd name="connsiteX13" fmla="*/ 6335485 w 6335485"/>
              <a:gd name="connsiteY13" fmla="*/ 1014953 h 4130621"/>
              <a:gd name="connsiteX14" fmla="*/ 6335485 w 6335485"/>
              <a:gd name="connsiteY14" fmla="*/ 1605041 h 4130621"/>
              <a:gd name="connsiteX15" fmla="*/ 6335485 w 6335485"/>
              <a:gd name="connsiteY15" fmla="*/ 2195130 h 4130621"/>
              <a:gd name="connsiteX16" fmla="*/ 6335485 w 6335485"/>
              <a:gd name="connsiteY16" fmla="*/ 2785219 h 4130621"/>
              <a:gd name="connsiteX17" fmla="*/ 6335485 w 6335485"/>
              <a:gd name="connsiteY17" fmla="*/ 3416614 h 4130621"/>
              <a:gd name="connsiteX18" fmla="*/ 6335485 w 6335485"/>
              <a:gd name="connsiteY18" fmla="*/ 4130621 h 4130621"/>
              <a:gd name="connsiteX19" fmla="*/ 5696177 w 6335485"/>
              <a:gd name="connsiteY19" fmla="*/ 4130621 h 4130621"/>
              <a:gd name="connsiteX20" fmla="*/ 5246933 w 6335485"/>
              <a:gd name="connsiteY20" fmla="*/ 4130621 h 4130621"/>
              <a:gd name="connsiteX21" fmla="*/ 4544271 w 6335485"/>
              <a:gd name="connsiteY21" fmla="*/ 4130621 h 4130621"/>
              <a:gd name="connsiteX22" fmla="*/ 3968317 w 6335485"/>
              <a:gd name="connsiteY22" fmla="*/ 4130621 h 4130621"/>
              <a:gd name="connsiteX23" fmla="*/ 3519074 w 6335485"/>
              <a:gd name="connsiteY23" fmla="*/ 4130621 h 4130621"/>
              <a:gd name="connsiteX24" fmla="*/ 2943121 w 6335485"/>
              <a:gd name="connsiteY24" fmla="*/ 4130621 h 4130621"/>
              <a:gd name="connsiteX25" fmla="*/ 2557232 w 6335485"/>
              <a:gd name="connsiteY25" fmla="*/ 4130621 h 4130621"/>
              <a:gd name="connsiteX26" fmla="*/ 2171343 w 6335485"/>
              <a:gd name="connsiteY26" fmla="*/ 4130621 h 4130621"/>
              <a:gd name="connsiteX27" fmla="*/ 1595390 w 6335485"/>
              <a:gd name="connsiteY27" fmla="*/ 4130621 h 4130621"/>
              <a:gd name="connsiteX28" fmla="*/ 1146147 w 6335485"/>
              <a:gd name="connsiteY28" fmla="*/ 4130621 h 4130621"/>
              <a:gd name="connsiteX29" fmla="*/ 506839 w 6335485"/>
              <a:gd name="connsiteY29" fmla="*/ 4130621 h 4130621"/>
              <a:gd name="connsiteX30" fmla="*/ 0 w 6335485"/>
              <a:gd name="connsiteY30" fmla="*/ 4130621 h 4130621"/>
              <a:gd name="connsiteX31" fmla="*/ 0 w 6335485"/>
              <a:gd name="connsiteY31" fmla="*/ 3499226 h 4130621"/>
              <a:gd name="connsiteX32" fmla="*/ 0 w 6335485"/>
              <a:gd name="connsiteY32" fmla="*/ 2867831 h 4130621"/>
              <a:gd name="connsiteX33" fmla="*/ 0 w 6335485"/>
              <a:gd name="connsiteY33" fmla="*/ 2360355 h 4130621"/>
              <a:gd name="connsiteX34" fmla="*/ 0 w 6335485"/>
              <a:gd name="connsiteY34" fmla="*/ 1728960 h 4130621"/>
              <a:gd name="connsiteX35" fmla="*/ 0 w 6335485"/>
              <a:gd name="connsiteY35" fmla="*/ 1056259 h 4130621"/>
              <a:gd name="connsiteX36" fmla="*/ 0 w 6335485"/>
              <a:gd name="connsiteY36" fmla="*/ 507476 h 4130621"/>
              <a:gd name="connsiteX37" fmla="*/ 0 w 6335485"/>
              <a:gd name="connsiteY37" fmla="*/ 0 h 413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6335485" h="4130621" extrusionOk="0">
                <a:moveTo>
                  <a:pt x="0" y="0"/>
                </a:moveTo>
                <a:cubicBezTo>
                  <a:pt x="230779" y="-58059"/>
                  <a:pt x="371162" y="31152"/>
                  <a:pt x="512598" y="0"/>
                </a:cubicBezTo>
                <a:cubicBezTo>
                  <a:pt x="654034" y="-31152"/>
                  <a:pt x="707948" y="43039"/>
                  <a:pt x="898487" y="0"/>
                </a:cubicBezTo>
                <a:cubicBezTo>
                  <a:pt x="1089026" y="-43039"/>
                  <a:pt x="1347145" y="1977"/>
                  <a:pt x="1601150" y="0"/>
                </a:cubicBezTo>
                <a:cubicBezTo>
                  <a:pt x="1855155" y="-1977"/>
                  <a:pt x="2000416" y="48279"/>
                  <a:pt x="2113748" y="0"/>
                </a:cubicBezTo>
                <a:cubicBezTo>
                  <a:pt x="2227080" y="-48279"/>
                  <a:pt x="2489939" y="39155"/>
                  <a:pt x="2626347" y="0"/>
                </a:cubicBezTo>
                <a:cubicBezTo>
                  <a:pt x="2762755" y="-39155"/>
                  <a:pt x="2999248" y="68554"/>
                  <a:pt x="3329009" y="0"/>
                </a:cubicBezTo>
                <a:cubicBezTo>
                  <a:pt x="3658770" y="-68554"/>
                  <a:pt x="3673400" y="14564"/>
                  <a:pt x="3778253" y="0"/>
                </a:cubicBezTo>
                <a:cubicBezTo>
                  <a:pt x="3883106" y="-14564"/>
                  <a:pt x="4300498" y="8985"/>
                  <a:pt x="4480916" y="0"/>
                </a:cubicBezTo>
                <a:cubicBezTo>
                  <a:pt x="4661334" y="-8985"/>
                  <a:pt x="4986417" y="22029"/>
                  <a:pt x="5183579" y="0"/>
                </a:cubicBezTo>
                <a:cubicBezTo>
                  <a:pt x="5380741" y="-22029"/>
                  <a:pt x="5520297" y="17491"/>
                  <a:pt x="5759532" y="0"/>
                </a:cubicBezTo>
                <a:cubicBezTo>
                  <a:pt x="5998767" y="-17491"/>
                  <a:pt x="6110830" y="17149"/>
                  <a:pt x="6335485" y="0"/>
                </a:cubicBezTo>
                <a:cubicBezTo>
                  <a:pt x="6364429" y="246498"/>
                  <a:pt x="6291260" y="390944"/>
                  <a:pt x="6335485" y="548783"/>
                </a:cubicBezTo>
                <a:cubicBezTo>
                  <a:pt x="6379710" y="706622"/>
                  <a:pt x="6303390" y="896886"/>
                  <a:pt x="6335485" y="1014953"/>
                </a:cubicBezTo>
                <a:cubicBezTo>
                  <a:pt x="6367580" y="1133020"/>
                  <a:pt x="6293280" y="1455194"/>
                  <a:pt x="6335485" y="1605041"/>
                </a:cubicBezTo>
                <a:cubicBezTo>
                  <a:pt x="6377690" y="1754888"/>
                  <a:pt x="6326051" y="1918489"/>
                  <a:pt x="6335485" y="2195130"/>
                </a:cubicBezTo>
                <a:cubicBezTo>
                  <a:pt x="6344919" y="2471771"/>
                  <a:pt x="6324354" y="2585199"/>
                  <a:pt x="6335485" y="2785219"/>
                </a:cubicBezTo>
                <a:cubicBezTo>
                  <a:pt x="6346616" y="2985239"/>
                  <a:pt x="6271912" y="3122541"/>
                  <a:pt x="6335485" y="3416614"/>
                </a:cubicBezTo>
                <a:cubicBezTo>
                  <a:pt x="6399058" y="3710687"/>
                  <a:pt x="6277296" y="3830400"/>
                  <a:pt x="6335485" y="4130621"/>
                </a:cubicBezTo>
                <a:cubicBezTo>
                  <a:pt x="6180086" y="4135231"/>
                  <a:pt x="5938046" y="4119303"/>
                  <a:pt x="5696177" y="4130621"/>
                </a:cubicBezTo>
                <a:cubicBezTo>
                  <a:pt x="5454308" y="4141939"/>
                  <a:pt x="5468004" y="4101080"/>
                  <a:pt x="5246933" y="4130621"/>
                </a:cubicBezTo>
                <a:cubicBezTo>
                  <a:pt x="5025862" y="4160162"/>
                  <a:pt x="4741706" y="4072123"/>
                  <a:pt x="4544271" y="4130621"/>
                </a:cubicBezTo>
                <a:cubicBezTo>
                  <a:pt x="4346836" y="4189119"/>
                  <a:pt x="4186376" y="4101005"/>
                  <a:pt x="3968317" y="4130621"/>
                </a:cubicBezTo>
                <a:cubicBezTo>
                  <a:pt x="3750258" y="4160237"/>
                  <a:pt x="3643973" y="4102469"/>
                  <a:pt x="3519074" y="4130621"/>
                </a:cubicBezTo>
                <a:cubicBezTo>
                  <a:pt x="3394175" y="4158773"/>
                  <a:pt x="3142510" y="4129224"/>
                  <a:pt x="2943121" y="4130621"/>
                </a:cubicBezTo>
                <a:cubicBezTo>
                  <a:pt x="2743732" y="4132018"/>
                  <a:pt x="2715362" y="4115860"/>
                  <a:pt x="2557232" y="4130621"/>
                </a:cubicBezTo>
                <a:cubicBezTo>
                  <a:pt x="2399102" y="4145382"/>
                  <a:pt x="2255879" y="4111558"/>
                  <a:pt x="2171343" y="4130621"/>
                </a:cubicBezTo>
                <a:cubicBezTo>
                  <a:pt x="2086807" y="4149684"/>
                  <a:pt x="1878602" y="4105586"/>
                  <a:pt x="1595390" y="4130621"/>
                </a:cubicBezTo>
                <a:cubicBezTo>
                  <a:pt x="1312178" y="4155656"/>
                  <a:pt x="1307072" y="4077093"/>
                  <a:pt x="1146147" y="4130621"/>
                </a:cubicBezTo>
                <a:cubicBezTo>
                  <a:pt x="985222" y="4184149"/>
                  <a:pt x="722667" y="4072378"/>
                  <a:pt x="506839" y="4130621"/>
                </a:cubicBezTo>
                <a:cubicBezTo>
                  <a:pt x="291011" y="4188864"/>
                  <a:pt x="233444" y="4127338"/>
                  <a:pt x="0" y="4130621"/>
                </a:cubicBezTo>
                <a:cubicBezTo>
                  <a:pt x="-42293" y="3890518"/>
                  <a:pt x="71839" y="3735899"/>
                  <a:pt x="0" y="3499226"/>
                </a:cubicBezTo>
                <a:cubicBezTo>
                  <a:pt x="-71839" y="3262554"/>
                  <a:pt x="30612" y="3160292"/>
                  <a:pt x="0" y="2867831"/>
                </a:cubicBezTo>
                <a:cubicBezTo>
                  <a:pt x="-30612" y="2575370"/>
                  <a:pt x="52700" y="2501248"/>
                  <a:pt x="0" y="2360355"/>
                </a:cubicBezTo>
                <a:cubicBezTo>
                  <a:pt x="-52700" y="2219462"/>
                  <a:pt x="18851" y="1861000"/>
                  <a:pt x="0" y="1728960"/>
                </a:cubicBezTo>
                <a:cubicBezTo>
                  <a:pt x="-18851" y="1596921"/>
                  <a:pt x="27470" y="1271446"/>
                  <a:pt x="0" y="1056259"/>
                </a:cubicBezTo>
                <a:cubicBezTo>
                  <a:pt x="-27470" y="841072"/>
                  <a:pt x="33087" y="636058"/>
                  <a:pt x="0" y="507476"/>
                </a:cubicBezTo>
                <a:cubicBezTo>
                  <a:pt x="-33087" y="378894"/>
                  <a:pt x="8371" y="109227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th-TH" sz="4000" dirty="0"/>
              <a:t>ใช้รูปแทนแค</a:t>
            </a:r>
            <a:r>
              <a:rPr lang="th-TH" sz="4000" dirty="0" err="1"/>
              <a:t>ต</a:t>
            </a:r>
            <a:r>
              <a:rPr lang="th-TH" sz="4000" dirty="0"/>
              <a:t>ตาล็อค</a:t>
            </a:r>
          </a:p>
          <a:p>
            <a:pPr algn="ctr"/>
            <a:r>
              <a:rPr lang="th-TH" sz="4000" dirty="0"/>
              <a:t>สินค้า</a:t>
            </a:r>
            <a:r>
              <a:rPr lang="en-US" sz="4000" dirty="0"/>
              <a:t>10 </a:t>
            </a:r>
            <a:r>
              <a:rPr lang="th-TH" sz="4000" dirty="0"/>
              <a:t>รูป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AA943C-D25A-564B-8C96-7DDF412F5FE2}"/>
              </a:ext>
            </a:extLst>
          </p:cNvPr>
          <p:cNvSpPr txBox="1"/>
          <p:nvPr/>
        </p:nvSpPr>
        <p:spPr>
          <a:xfrm>
            <a:off x="3316558" y="5416062"/>
            <a:ext cx="1460059" cy="36933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th-TH" dirty="0"/>
              <a:t>กลับไปเมนูก่อนหน้า</a:t>
            </a:r>
            <a:endParaRPr lang="de-DE" dirty="0"/>
          </a:p>
        </p:txBody>
      </p:sp>
      <p:sp>
        <p:nvSpPr>
          <p:cNvPr id="9" name="Bent Arrow 8">
            <a:extLst>
              <a:ext uri="{FF2B5EF4-FFF2-40B4-BE49-F238E27FC236}">
                <a16:creationId xmlns:a16="http://schemas.microsoft.com/office/drawing/2014/main" id="{6DC3E2DA-4465-FB42-BEEC-41547E99E7BC}"/>
              </a:ext>
            </a:extLst>
          </p:cNvPr>
          <p:cNvSpPr/>
          <p:nvPr/>
        </p:nvSpPr>
        <p:spPr>
          <a:xfrm flipH="1">
            <a:off x="2733186" y="4111220"/>
            <a:ext cx="1211787" cy="1227832"/>
          </a:xfrm>
          <a:prstGeom prst="bentArrow">
            <a:avLst>
              <a:gd name="adj1" fmla="val 29374"/>
              <a:gd name="adj2" fmla="val 30468"/>
              <a:gd name="adj3" fmla="val 50000"/>
              <a:gd name="adj4" fmla="val 53841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811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รูปแบบริชเมนู (rich menu type line oa)">
            <a:extLst>
              <a:ext uri="{FF2B5EF4-FFF2-40B4-BE49-F238E27FC236}">
                <a16:creationId xmlns:a16="http://schemas.microsoft.com/office/drawing/2014/main" id="{3F304B0F-2836-6741-82DF-D47B9A478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42587" y="980664"/>
            <a:ext cx="7506825" cy="506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E32AB37-6A29-A14A-B7CE-2821069B63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2587" y="5169931"/>
            <a:ext cx="880187" cy="877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5C803-7E2A-244A-9F7F-C271304F8072}"/>
              </a:ext>
            </a:extLst>
          </p:cNvPr>
          <p:cNvSpPr txBox="1"/>
          <p:nvPr/>
        </p:nvSpPr>
        <p:spPr>
          <a:xfrm>
            <a:off x="4419544" y="306798"/>
            <a:ext cx="335291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Cart/ Submenu1</a:t>
            </a:r>
            <a:endParaRPr lang="de-DE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AA943C-D25A-564B-8C96-7DDF412F5FE2}"/>
              </a:ext>
            </a:extLst>
          </p:cNvPr>
          <p:cNvSpPr txBox="1"/>
          <p:nvPr/>
        </p:nvSpPr>
        <p:spPr>
          <a:xfrm>
            <a:off x="3290054" y="5416062"/>
            <a:ext cx="1460059" cy="36933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th-TH" dirty="0"/>
              <a:t>กลับไปเมนูหลัก</a:t>
            </a:r>
            <a:endParaRPr lang="de-DE" dirty="0"/>
          </a:p>
        </p:txBody>
      </p:sp>
      <p:sp>
        <p:nvSpPr>
          <p:cNvPr id="3" name="Bent Arrow 2">
            <a:extLst>
              <a:ext uri="{FF2B5EF4-FFF2-40B4-BE49-F238E27FC236}">
                <a16:creationId xmlns:a16="http://schemas.microsoft.com/office/drawing/2014/main" id="{24A9D2A4-A4C0-1441-B0D1-11A3417840EF}"/>
              </a:ext>
            </a:extLst>
          </p:cNvPr>
          <p:cNvSpPr/>
          <p:nvPr/>
        </p:nvSpPr>
        <p:spPr>
          <a:xfrm flipH="1">
            <a:off x="2733186" y="4111220"/>
            <a:ext cx="1211787" cy="1227832"/>
          </a:xfrm>
          <a:prstGeom prst="bentArrow">
            <a:avLst>
              <a:gd name="adj1" fmla="val 29374"/>
              <a:gd name="adj2" fmla="val 30468"/>
              <a:gd name="adj3" fmla="val 50000"/>
              <a:gd name="adj4" fmla="val 53841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9332D-BB34-0349-A09B-E73B9A873A79}"/>
              </a:ext>
            </a:extLst>
          </p:cNvPr>
          <p:cNvSpPr txBox="1"/>
          <p:nvPr/>
        </p:nvSpPr>
        <p:spPr>
          <a:xfrm>
            <a:off x="2422449" y="1613278"/>
            <a:ext cx="2340000" cy="1440000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TH"/>
            </a:defPPr>
            <a:lvl1pPr algn="ctr">
              <a:defRPr sz="4000"/>
            </a:lvl1pPr>
          </a:lstStyle>
          <a:p>
            <a:r>
              <a:rPr lang="th-TH" dirty="0"/>
              <a:t>โอนชำระ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4C03E7-CD8F-D146-BF77-DB971F3E3AAE}"/>
              </a:ext>
            </a:extLst>
          </p:cNvPr>
          <p:cNvSpPr txBox="1"/>
          <p:nvPr/>
        </p:nvSpPr>
        <p:spPr>
          <a:xfrm>
            <a:off x="4925923" y="1613278"/>
            <a:ext cx="2340000" cy="1443600"/>
          </a:xfrm>
          <a:prstGeom prst="flowChartAlternateProcess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th-TH" sz="3600" dirty="0">
                <a:latin typeface="Cordia New" panose="020B0304020202020204" pitchFamily="34" charset="-34"/>
              </a:rPr>
              <a:t>เก็บเงิน</a:t>
            </a:r>
            <a:endParaRPr lang="en-US" sz="3600" dirty="0">
              <a:latin typeface="Cordia New" panose="020B0304020202020204" pitchFamily="34" charset="-34"/>
            </a:endParaRPr>
          </a:p>
          <a:p>
            <a:pPr algn="ctr"/>
            <a:r>
              <a:rPr lang="en-US" sz="3600" dirty="0">
                <a:latin typeface="Cordia New" panose="020B0304020202020204" pitchFamily="34" charset="-34"/>
              </a:rPr>
              <a:t>    </a:t>
            </a:r>
            <a:r>
              <a:rPr lang="th-TH" sz="3600" dirty="0">
                <a:latin typeface="Cordia New" panose="020B0304020202020204" pitchFamily="34" charset="-34"/>
              </a:rPr>
              <a:t>ปลายทาง</a:t>
            </a:r>
            <a:r>
              <a:rPr lang="en-US" sz="3600" dirty="0">
                <a:latin typeface="Cordia New" panose="020B0304020202020204" pitchFamily="34" charset="-34"/>
              </a:rPr>
              <a:t> </a:t>
            </a:r>
            <a:r>
              <a:rPr lang="th-TH" sz="1100" dirty="0">
                <a:latin typeface="Cordia New" panose="020B0304020202020204" pitchFamily="34" charset="-34"/>
              </a:rPr>
              <a:t>(</a:t>
            </a:r>
            <a:r>
              <a:rPr lang="en-US" sz="1100" dirty="0">
                <a:latin typeface="Cordia New" panose="020B0304020202020204" pitchFamily="34" charset="-34"/>
              </a:rPr>
              <a:t>+3%</a:t>
            </a:r>
            <a:r>
              <a:rPr lang="th-TH" sz="1100" dirty="0">
                <a:latin typeface="Cordia New" panose="020B0304020202020204" pitchFamily="34" charset="-34"/>
              </a:rPr>
              <a:t>)</a:t>
            </a:r>
            <a:endParaRPr lang="de-DE" sz="4000" dirty="0">
              <a:latin typeface="Cordia New" panose="020B0304020202020204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9FB37B-D6A3-DC4C-AB3A-6C8B9A4E9ACB}"/>
              </a:ext>
            </a:extLst>
          </p:cNvPr>
          <p:cNvSpPr txBox="1"/>
          <p:nvPr/>
        </p:nvSpPr>
        <p:spPr>
          <a:xfrm>
            <a:off x="7414852" y="4027644"/>
            <a:ext cx="2340000" cy="1440000"/>
          </a:xfrm>
          <a:prstGeom prst="flowChartAlternateProcess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th-TH" sz="4000" dirty="0"/>
              <a:t>ยกเลิก</a:t>
            </a:r>
            <a:endParaRPr lang="de-DE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CF4A7-5194-024E-8EF4-FF6F926634F6}"/>
              </a:ext>
            </a:extLst>
          </p:cNvPr>
          <p:cNvSpPr txBox="1"/>
          <p:nvPr/>
        </p:nvSpPr>
        <p:spPr>
          <a:xfrm>
            <a:off x="7429397" y="1613278"/>
            <a:ext cx="2325455" cy="1440000"/>
          </a:xfrm>
          <a:prstGeom prst="flowChartAlternateProces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th-TH" sz="4000" dirty="0"/>
              <a:t>ดูคำสั่งซื้อ</a:t>
            </a:r>
            <a:endParaRPr lang="de-DE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490DAA-D47D-6B4B-A385-500FC3E8F2D7}"/>
              </a:ext>
            </a:extLst>
          </p:cNvPr>
          <p:cNvSpPr txBox="1"/>
          <p:nvPr/>
        </p:nvSpPr>
        <p:spPr>
          <a:xfrm>
            <a:off x="4925923" y="4027644"/>
            <a:ext cx="2340000" cy="1440000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TH"/>
            </a:defPPr>
            <a:lvl1pPr algn="ctr">
              <a:defRPr sz="4000"/>
            </a:lvl1pPr>
          </a:lstStyle>
          <a:p>
            <a:r>
              <a:rPr lang="th-TH" dirty="0"/>
              <a:t>ส่งสลิปโอน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904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6094</TotalTime>
  <Words>188</Words>
  <Application>Microsoft Macintosh PowerPoint</Application>
  <PresentationFormat>Widescreen</PresentationFormat>
  <Paragraphs>58</Paragraphs>
  <Slides>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Cordia New</vt:lpstr>
      <vt:lpstr>Office Theme</vt:lpstr>
      <vt:lpstr>TAMNIYOM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TAMNIYOM</dc:title>
  <dc:subject/>
  <dc:creator>Chaloemphol Preedarat</dc:creator>
  <cp:keywords/>
  <dc:description/>
  <cp:lastModifiedBy>Chaloemphol Preedarat</cp:lastModifiedBy>
  <cp:revision>14</cp:revision>
  <dcterms:created xsi:type="dcterms:W3CDTF">2022-04-27T03:42:00Z</dcterms:created>
  <dcterms:modified xsi:type="dcterms:W3CDTF">2022-05-06T06:23:14Z</dcterms:modified>
  <cp:category/>
</cp:coreProperties>
</file>